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 A: content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1 / 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 B: text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 C: paragraph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 D: description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4 /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