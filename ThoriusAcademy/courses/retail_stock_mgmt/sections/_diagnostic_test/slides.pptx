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ter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1695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686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Diagnostic Test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Thorius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Page 1 / 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