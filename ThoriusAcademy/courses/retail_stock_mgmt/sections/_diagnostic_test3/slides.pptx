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73152" cy="3931920"/>
          </a:xfrm>
          <a:prstGeom prst="rect">
            <a:avLst/>
          </a:prstGeom>
          <a:solidFill>
            <a:srgbClr val="B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B8965A"/>
                </a:solidFill>
                <a:latin typeface="Calibri"/>
              </a:rPr>
              <a:t>THORIUS ACADEMY  • 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Section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2336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B8965A"/>
                </a:solidFill>
                <a:latin typeface="Calibri"/>
              </a:rPr>
              <a:t>Foundations of Retail Stock Management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5840" y="4846320"/>
            <a:ext cx="5852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05840" y="534924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B8965A"/>
                </a:solidFill>
                <a:latin typeface="Calibri"/>
              </a:rPr>
              <a:t>A THORIUS ACADEMY 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715000"/>
            <a:ext cx="8229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E5E5E5"/>
                </a:solidFill>
                <a:latin typeface="Calibri"/>
              </a:rPr>
              <a:t>Practical frameworks for retail teams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855" y="822960"/>
            <a:ext cx="237744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687" y="1188720"/>
            <a:ext cx="2560320" cy="1417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952847" y="3017520"/>
            <a:ext cx="2286000" cy="20000"/>
          </a:xfrm>
          <a:prstGeom prst="rect">
            <a:avLst/>
          </a:prstGeom>
          <a:solidFill>
            <a:srgbClr val="B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124712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Thorius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E5E5E5"/>
                </a:solidFill>
                <a:latin typeface="Calibri"/>
              </a:rPr>
              <a:t>www.thorius.com.tr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